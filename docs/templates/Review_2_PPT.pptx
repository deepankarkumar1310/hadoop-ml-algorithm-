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357" r:id="rId3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4CDFC-31C6-4A0C-83A8-5F3C04108DC2}" v="6" dt="2026-09-28T03:14:14.5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85359" autoAdjust="0"/>
  </p:normalViewPr>
  <p:slideViewPr>
    <p:cSldViewPr>
      <p:cViewPr varScale="1">
        <p:scale>
          <a:sx n="51" d="100"/>
          <a:sy n="51" d="100"/>
        </p:scale>
        <p:origin x="1584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E0B3843-71DB-4933-96B2-5A286420EAED}" type="datetimeFigureOut">
              <a:rPr lang="en-IN" smtClean="0"/>
              <a:pPr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4051410-1A42-4CD9-9C94-19E4466B22C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658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01D12-12CC-4599-B1A9-46B23EE40265}" type="datetime1">
              <a:rPr lang="en-US" smtClean="0"/>
              <a:t>9/28/2026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1A662-5DD3-4FFC-B0F1-2015CB0A0DAE}" type="datetime1">
              <a:rPr lang="en-US" smtClean="0"/>
              <a:t>9/28/2026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98144-BEFF-4702-AC4D-6A16E0F7E443}" type="datetime1">
              <a:rPr lang="en-US" smtClean="0"/>
              <a:t>9/28/2026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FD06E-5333-4E53-AFAB-CB44FF27A57E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21B5-5FA1-433F-8BD7-148FD7224A0F}" type="datetime1">
              <a:rPr lang="en-US" smtClean="0"/>
              <a:t>9/28/2026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D7CA1-D255-4502-AFA8-A5C13107334B}" type="datetime1">
              <a:rPr lang="en-US" smtClean="0"/>
              <a:t>9/28/2026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53D88-E4EA-480A-A4BB-689734D28FE4}" type="datetime1">
              <a:rPr lang="en-US" smtClean="0"/>
              <a:t>9/28/2026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60DE4-0BF3-46B9-83A2-2AF36E731B12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D5D0A-779E-4A13-8C93-0EEB1D4607F5}" type="datetime1">
              <a:rPr lang="en-US" smtClean="0"/>
              <a:t>9/28/2026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3685-E0B9-4B43-833E-F4F3DABCD097}" type="datetime1">
              <a:rPr lang="en-US" smtClean="0"/>
              <a:t>9/28/2026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E4E74-A84D-43FC-9765-A65DF08BB6C7}" type="datetime1">
              <a:rPr lang="en-US" smtClean="0"/>
              <a:t>9/28/2026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9455C-F1F3-4F5C-85DA-4378C108ECB7}" type="datetime1">
              <a:rPr lang="en-US" smtClean="0"/>
              <a:t>9/28/2026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9B245-E05F-45BE-B7A4-197150CC347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752601"/>
            <a:ext cx="8534400" cy="1847850"/>
          </a:xfrm>
        </p:spPr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b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2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RMlogo.jpg">
            <a:extLst>
              <a:ext uri="{FF2B5EF4-FFF2-40B4-BE49-F238E27FC236}">
                <a16:creationId xmlns:a16="http://schemas.microsoft.com/office/drawing/2014/main" id="{D3E774F7-54F1-6481-EAF3-59D820C21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"/>
            <a:ext cx="2066925" cy="857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7B1E9D-10EF-7BD8-7758-075C800776DB}"/>
              </a:ext>
            </a:extLst>
          </p:cNvPr>
          <p:cNvSpPr txBox="1"/>
          <p:nvPr/>
        </p:nvSpPr>
        <p:spPr>
          <a:xfrm>
            <a:off x="5181600" y="4953000"/>
            <a:ext cx="2819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Faculty Name: </a:t>
            </a:r>
          </a:p>
          <a:p>
            <a:r>
              <a:rPr lang="en-IN" b="1" dirty="0"/>
              <a:t>Team Member Info: </a:t>
            </a:r>
          </a:p>
          <a:p>
            <a:r>
              <a:rPr lang="en-IN" dirty="0"/>
              <a:t>Names– Reg Nos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86874" cy="571504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System Architecture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(Give information on Big Data Analysis and its steps)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Preprocessing (Insert graphs and table)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(Give information on your novel/proposed model/classifier)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Classification using proposed model (Insert graphs and table)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the existing classifier models (Insert graphs and table)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of Action/Member Tasks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Geotagged photo taken during Review 2 presentation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Google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RMlogo.jpg">
            <a:extLst>
              <a:ext uri="{FF2B5EF4-FFF2-40B4-BE49-F238E27FC236}">
                <a16:creationId xmlns:a16="http://schemas.microsoft.com/office/drawing/2014/main" id="{19954A39-5E65-BD1E-2AD4-A9B51A3C95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28600"/>
            <a:ext cx="2066925" cy="857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95422</TotalTime>
  <Words>102</Words>
  <Application>Microsoft Office PowerPoint</Application>
  <PresentationFormat>On-screen Show (4:3)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Times New Roman</vt:lpstr>
      <vt:lpstr>Office Theme</vt:lpstr>
      <vt:lpstr>Title Review 2</vt:lpstr>
      <vt:lpstr>Contents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- IV</dc:title>
  <dc:creator>Gouthaman P</dc:creator>
  <cp:lastModifiedBy>Subash R 101616</cp:lastModifiedBy>
  <cp:revision>1599</cp:revision>
  <dcterms:created xsi:type="dcterms:W3CDTF">2017-03-21T16:05:31Z</dcterms:created>
  <dcterms:modified xsi:type="dcterms:W3CDTF">2026-09-28T03:14:54Z</dcterms:modified>
</cp:coreProperties>
</file>